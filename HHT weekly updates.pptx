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2" r:id="rId4"/>
    <p:sldId id="270" r:id="rId5"/>
    <p:sldId id="271" r:id="rId6"/>
    <p:sldId id="257" r:id="rId7"/>
    <p:sldId id="263" r:id="rId8"/>
    <p:sldId id="264" r:id="rId9"/>
    <p:sldId id="268" r:id="rId10"/>
    <p:sldId id="259" r:id="rId11"/>
    <p:sldId id="267" r:id="rId12"/>
    <p:sldId id="266" r:id="rId13"/>
    <p:sldId id="269" r:id="rId14"/>
    <p:sldId id="272" r:id="rId15"/>
    <p:sldId id="273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75B24-F228-413E-9F14-79DB26FA6BAC}" v="97" dt="2026-09-15T20:54:56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73" autoAdjust="0"/>
  </p:normalViewPr>
  <p:slideViewPr>
    <p:cSldViewPr snapToGrid="0">
      <p:cViewPr>
        <p:scale>
          <a:sx n="100" d="100"/>
          <a:sy n="100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a" userId="ec314013063e2a62" providerId="LiveId" clId="{49DB57E9-981A-4908-AD2C-B1B915A7A447}"/>
    <pc:docChg chg="undo custSel addSld delSld modSld sldOrd">
      <pc:chgData name="Kevin Ma" userId="ec314013063e2a62" providerId="LiveId" clId="{49DB57E9-981A-4908-AD2C-B1B915A7A447}" dt="2026-09-15T21:00:29.315" v="5776" actId="20577"/>
      <pc:docMkLst>
        <pc:docMk/>
      </pc:docMkLst>
      <pc:sldChg chg="modSp new mod">
        <pc:chgData name="Kevin Ma" userId="ec314013063e2a62" providerId="LiveId" clId="{49DB57E9-981A-4908-AD2C-B1B915A7A447}" dt="2026-09-15T20:32:39.853" v="5387" actId="20577"/>
        <pc:sldMkLst>
          <pc:docMk/>
          <pc:sldMk cId="2140217212" sldId="256"/>
        </pc:sldMkLst>
        <pc:spChg chg="mod">
          <ac:chgData name="Kevin Ma" userId="ec314013063e2a62" providerId="LiveId" clId="{49DB57E9-981A-4908-AD2C-B1B915A7A447}" dt="2026-09-15T13:02:49.596" v="26" actId="20577"/>
          <ac:spMkLst>
            <pc:docMk/>
            <pc:sldMk cId="2140217212" sldId="256"/>
            <ac:spMk id="2" creationId="{5B5A33CD-7E67-9F44-941B-4A019D24F6C9}"/>
          </ac:spMkLst>
        </pc:spChg>
        <pc:spChg chg="mod">
          <ac:chgData name="Kevin Ma" userId="ec314013063e2a62" providerId="LiveId" clId="{49DB57E9-981A-4908-AD2C-B1B915A7A447}" dt="2026-09-15T20:32:39.853" v="5387" actId="20577"/>
          <ac:spMkLst>
            <pc:docMk/>
            <pc:sldMk cId="2140217212" sldId="256"/>
            <ac:spMk id="3" creationId="{178B5224-8B95-70EC-FEBC-E99A64027512}"/>
          </ac:spMkLst>
        </pc:spChg>
      </pc:sldChg>
      <pc:sldChg chg="addSp delSp modSp new mod ord modNotesTx">
        <pc:chgData name="Kevin Ma" userId="ec314013063e2a62" providerId="LiveId" clId="{49DB57E9-981A-4908-AD2C-B1B915A7A447}" dt="2026-09-15T20:51:26.961" v="5566" actId="20577"/>
        <pc:sldMkLst>
          <pc:docMk/>
          <pc:sldMk cId="1153347080" sldId="257"/>
        </pc:sldMkLst>
        <pc:spChg chg="mod">
          <ac:chgData name="Kevin Ma" userId="ec314013063e2a62" providerId="LiveId" clId="{49DB57E9-981A-4908-AD2C-B1B915A7A447}" dt="2026-09-15T19:47:31.895" v="3805" actId="1076"/>
          <ac:spMkLst>
            <pc:docMk/>
            <pc:sldMk cId="1153347080" sldId="257"/>
            <ac:spMk id="2" creationId="{B4F42BD1-BA35-E744-E822-90B7C5BB1CF0}"/>
          </ac:spMkLst>
        </pc:spChg>
        <pc:spChg chg="mod">
          <ac:chgData name="Kevin Ma" userId="ec314013063e2a62" providerId="LiveId" clId="{49DB57E9-981A-4908-AD2C-B1B915A7A447}" dt="2026-09-15T19:50:35.369" v="3953" actId="113"/>
          <ac:spMkLst>
            <pc:docMk/>
            <pc:sldMk cId="1153347080" sldId="257"/>
            <ac:spMk id="3" creationId="{F5D1797E-A070-8DDE-4162-8F1E1735C792}"/>
          </ac:spMkLst>
        </pc:spChg>
        <pc:spChg chg="add mod">
          <ac:chgData name="Kevin Ma" userId="ec314013063e2a62" providerId="LiveId" clId="{49DB57E9-981A-4908-AD2C-B1B915A7A447}" dt="2026-09-15T19:48:31.570" v="3849" actId="14100"/>
          <ac:spMkLst>
            <pc:docMk/>
            <pc:sldMk cId="1153347080" sldId="257"/>
            <ac:spMk id="9" creationId="{5CBF3ADB-D955-C73A-9602-28A2DFF9F752}"/>
          </ac:spMkLst>
        </pc:spChg>
        <pc:picChg chg="add del mod">
          <ac:chgData name="Kevin Ma" userId="ec314013063e2a62" providerId="LiveId" clId="{49DB57E9-981A-4908-AD2C-B1B915A7A447}" dt="2026-09-15T18:06:39.472" v="501" actId="21"/>
          <ac:picMkLst>
            <pc:docMk/>
            <pc:sldMk cId="1153347080" sldId="257"/>
            <ac:picMk id="5" creationId="{4496407D-7D27-583A-01F5-219B3CBA6057}"/>
          </ac:picMkLst>
        </pc:picChg>
        <pc:picChg chg="add mod">
          <ac:chgData name="Kevin Ma" userId="ec314013063e2a62" providerId="LiveId" clId="{49DB57E9-981A-4908-AD2C-B1B915A7A447}" dt="2026-09-15T19:47:35.576" v="3808" actId="1076"/>
          <ac:picMkLst>
            <pc:docMk/>
            <pc:sldMk cId="1153347080" sldId="257"/>
            <ac:picMk id="7" creationId="{066CF931-AE37-5B60-9DA1-C351D16D7B72}"/>
          </ac:picMkLst>
        </pc:picChg>
      </pc:sldChg>
      <pc:sldChg chg="modSp new mod">
        <pc:chgData name="Kevin Ma" userId="ec314013063e2a62" providerId="LiveId" clId="{49DB57E9-981A-4908-AD2C-B1B915A7A447}" dt="2026-09-15T20:25:47.711" v="5090" actId="20577"/>
        <pc:sldMkLst>
          <pc:docMk/>
          <pc:sldMk cId="4164061495" sldId="258"/>
        </pc:sldMkLst>
        <pc:spChg chg="mod">
          <ac:chgData name="Kevin Ma" userId="ec314013063e2a62" providerId="LiveId" clId="{49DB57E9-981A-4908-AD2C-B1B915A7A447}" dt="2026-09-15T20:25:04.056" v="4808" actId="1076"/>
          <ac:spMkLst>
            <pc:docMk/>
            <pc:sldMk cId="4164061495" sldId="258"/>
            <ac:spMk id="2" creationId="{7DAC063E-B258-5473-5F51-FE1E4B44C6F4}"/>
          </ac:spMkLst>
        </pc:spChg>
        <pc:spChg chg="mod">
          <ac:chgData name="Kevin Ma" userId="ec314013063e2a62" providerId="LiveId" clId="{49DB57E9-981A-4908-AD2C-B1B915A7A447}" dt="2026-09-15T20:25:47.711" v="5090" actId="20577"/>
          <ac:spMkLst>
            <pc:docMk/>
            <pc:sldMk cId="4164061495" sldId="258"/>
            <ac:spMk id="3" creationId="{A4FD3AED-2B3C-A3C6-F776-F165193DC747}"/>
          </ac:spMkLst>
        </pc:spChg>
      </pc:sldChg>
      <pc:sldChg chg="modSp new mod ord">
        <pc:chgData name="Kevin Ma" userId="ec314013063e2a62" providerId="LiveId" clId="{49DB57E9-981A-4908-AD2C-B1B915A7A447}" dt="2026-09-15T18:41:05.510" v="2199" actId="21"/>
        <pc:sldMkLst>
          <pc:docMk/>
          <pc:sldMk cId="1446645789" sldId="259"/>
        </pc:sldMkLst>
        <pc:spChg chg="mod">
          <ac:chgData name="Kevin Ma" userId="ec314013063e2a62" providerId="LiveId" clId="{49DB57E9-981A-4908-AD2C-B1B915A7A447}" dt="2026-09-15T14:03:05.292" v="300" actId="20577"/>
          <ac:spMkLst>
            <pc:docMk/>
            <pc:sldMk cId="1446645789" sldId="259"/>
            <ac:spMk id="2" creationId="{CF879E86-F895-8F57-ECDD-326A5AF3546D}"/>
          </ac:spMkLst>
        </pc:spChg>
        <pc:spChg chg="mod">
          <ac:chgData name="Kevin Ma" userId="ec314013063e2a62" providerId="LiveId" clId="{49DB57E9-981A-4908-AD2C-B1B915A7A447}" dt="2026-09-15T18:41:05.510" v="2199" actId="21"/>
          <ac:spMkLst>
            <pc:docMk/>
            <pc:sldMk cId="1446645789" sldId="259"/>
            <ac:spMk id="3" creationId="{D1F1FC5B-325C-BD4B-E7D3-FAC98DB30754}"/>
          </ac:spMkLst>
        </pc:spChg>
      </pc:sldChg>
      <pc:sldChg chg="modSp new mod ord">
        <pc:chgData name="Kevin Ma" userId="ec314013063e2a62" providerId="LiveId" clId="{49DB57E9-981A-4908-AD2C-B1B915A7A447}" dt="2026-09-15T20:27:40.291" v="5251"/>
        <pc:sldMkLst>
          <pc:docMk/>
          <pc:sldMk cId="2747883982" sldId="260"/>
        </pc:sldMkLst>
        <pc:spChg chg="mod">
          <ac:chgData name="Kevin Ma" userId="ec314013063e2a62" providerId="LiveId" clId="{49DB57E9-981A-4908-AD2C-B1B915A7A447}" dt="2026-09-15T18:02:41.679" v="399" actId="20577"/>
          <ac:spMkLst>
            <pc:docMk/>
            <pc:sldMk cId="2747883982" sldId="260"/>
            <ac:spMk id="2" creationId="{9C5A861F-27DD-B3F4-C050-E81B43DCD654}"/>
          </ac:spMkLst>
        </pc:spChg>
      </pc:sldChg>
      <pc:sldChg chg="modSp new mod">
        <pc:chgData name="Kevin Ma" userId="ec314013063e2a62" providerId="LiveId" clId="{49DB57E9-981A-4908-AD2C-B1B915A7A447}" dt="2026-09-15T20:27:31.286" v="5248" actId="20577"/>
        <pc:sldMkLst>
          <pc:docMk/>
          <pc:sldMk cId="799069669" sldId="261"/>
        </pc:sldMkLst>
        <pc:spChg chg="mod">
          <ac:chgData name="Kevin Ma" userId="ec314013063e2a62" providerId="LiveId" clId="{49DB57E9-981A-4908-AD2C-B1B915A7A447}" dt="2026-09-15T18:03:00.392" v="414" actId="20577"/>
          <ac:spMkLst>
            <pc:docMk/>
            <pc:sldMk cId="799069669" sldId="261"/>
            <ac:spMk id="2" creationId="{4D6CA7DD-3C7A-EFCF-D4D7-F096DF2190CF}"/>
          </ac:spMkLst>
        </pc:spChg>
        <pc:spChg chg="mod">
          <ac:chgData name="Kevin Ma" userId="ec314013063e2a62" providerId="LiveId" clId="{49DB57E9-981A-4908-AD2C-B1B915A7A447}" dt="2026-09-15T20:27:31.286" v="5248" actId="20577"/>
          <ac:spMkLst>
            <pc:docMk/>
            <pc:sldMk cId="799069669" sldId="261"/>
            <ac:spMk id="3" creationId="{CDF1C33A-C8A4-0A85-42ED-5E0123D9F952}"/>
          </ac:spMkLst>
        </pc:spChg>
      </pc:sldChg>
      <pc:sldChg chg="new del">
        <pc:chgData name="Kevin Ma" userId="ec314013063e2a62" providerId="LiveId" clId="{49DB57E9-981A-4908-AD2C-B1B915A7A447}" dt="2026-09-15T18:02:49.563" v="401" actId="2696"/>
        <pc:sldMkLst>
          <pc:docMk/>
          <pc:sldMk cId="1948573603" sldId="261"/>
        </pc:sldMkLst>
      </pc:sldChg>
      <pc:sldChg chg="new del">
        <pc:chgData name="Kevin Ma" userId="ec314013063e2a62" providerId="LiveId" clId="{49DB57E9-981A-4908-AD2C-B1B915A7A447}" dt="2026-09-15T18:03:25.240" v="496" actId="2696"/>
        <pc:sldMkLst>
          <pc:docMk/>
          <pc:sldMk cId="1699741064" sldId="262"/>
        </pc:sldMkLst>
      </pc:sldChg>
      <pc:sldChg chg="modSp new mod">
        <pc:chgData name="Kevin Ma" userId="ec314013063e2a62" providerId="LiveId" clId="{49DB57E9-981A-4908-AD2C-B1B915A7A447}" dt="2026-09-15T20:33:04.833" v="5388" actId="113"/>
        <pc:sldMkLst>
          <pc:docMk/>
          <pc:sldMk cId="4100581598" sldId="262"/>
        </pc:sldMkLst>
        <pc:spChg chg="mod">
          <ac:chgData name="Kevin Ma" userId="ec314013063e2a62" providerId="LiveId" clId="{49DB57E9-981A-4908-AD2C-B1B915A7A447}" dt="2026-09-15T18:31:43.057" v="1709" actId="20577"/>
          <ac:spMkLst>
            <pc:docMk/>
            <pc:sldMk cId="4100581598" sldId="262"/>
            <ac:spMk id="2" creationId="{AEC84C03-AE6B-9A2D-F058-0A5488D01631}"/>
          </ac:spMkLst>
        </pc:spChg>
        <pc:spChg chg="mod">
          <ac:chgData name="Kevin Ma" userId="ec314013063e2a62" providerId="LiveId" clId="{49DB57E9-981A-4908-AD2C-B1B915A7A447}" dt="2026-09-15T20:33:04.833" v="5388" actId="113"/>
          <ac:spMkLst>
            <pc:docMk/>
            <pc:sldMk cId="4100581598" sldId="262"/>
            <ac:spMk id="3" creationId="{C50D19C1-B04A-DF05-20C3-D3ECD247F574}"/>
          </ac:spMkLst>
        </pc:spChg>
      </pc:sldChg>
      <pc:sldChg chg="addSp modSp new mod ord">
        <pc:chgData name="Kevin Ma" userId="ec314013063e2a62" providerId="LiveId" clId="{49DB57E9-981A-4908-AD2C-B1B915A7A447}" dt="2026-09-15T19:46:35.919" v="3726"/>
        <pc:sldMkLst>
          <pc:docMk/>
          <pc:sldMk cId="3296963281" sldId="263"/>
        </pc:sldMkLst>
        <pc:spChg chg="mod">
          <ac:chgData name="Kevin Ma" userId="ec314013063e2a62" providerId="LiveId" clId="{49DB57E9-981A-4908-AD2C-B1B915A7A447}" dt="2026-09-15T18:38:56.200" v="2028" actId="404"/>
          <ac:spMkLst>
            <pc:docMk/>
            <pc:sldMk cId="3296963281" sldId="263"/>
            <ac:spMk id="2" creationId="{FBDC2B8B-9D70-44F2-81A5-F251F10E8333}"/>
          </ac:spMkLst>
        </pc:spChg>
        <pc:picChg chg="add mod">
          <ac:chgData name="Kevin Ma" userId="ec314013063e2a62" providerId="LiveId" clId="{49DB57E9-981A-4908-AD2C-B1B915A7A447}" dt="2026-09-15T18:07:03.162" v="515" actId="1076"/>
          <ac:picMkLst>
            <pc:docMk/>
            <pc:sldMk cId="3296963281" sldId="263"/>
            <ac:picMk id="5" creationId="{B4D26343-6620-A836-6873-BF2993D13CAE}"/>
          </ac:picMkLst>
        </pc:picChg>
        <pc:picChg chg="add mod">
          <ac:chgData name="Kevin Ma" userId="ec314013063e2a62" providerId="LiveId" clId="{49DB57E9-981A-4908-AD2C-B1B915A7A447}" dt="2026-09-15T18:07:05.194" v="516" actId="1076"/>
          <ac:picMkLst>
            <pc:docMk/>
            <pc:sldMk cId="3296963281" sldId="263"/>
            <ac:picMk id="7" creationId="{E66A7689-F648-974B-1597-81F4E3A6AF1D}"/>
          </ac:picMkLst>
        </pc:picChg>
      </pc:sldChg>
      <pc:sldChg chg="addSp delSp modSp new mod ord">
        <pc:chgData name="Kevin Ma" userId="ec314013063e2a62" providerId="LiveId" clId="{49DB57E9-981A-4908-AD2C-B1B915A7A447}" dt="2026-09-15T19:47:41.360" v="3809" actId="21"/>
        <pc:sldMkLst>
          <pc:docMk/>
          <pc:sldMk cId="2447205700" sldId="264"/>
        </pc:sldMkLst>
        <pc:spChg chg="mod">
          <ac:chgData name="Kevin Ma" userId="ec314013063e2a62" providerId="LiveId" clId="{49DB57E9-981A-4908-AD2C-B1B915A7A447}" dt="2026-09-15T18:13:29.551" v="1143" actId="20577"/>
          <ac:spMkLst>
            <pc:docMk/>
            <pc:sldMk cId="2447205700" sldId="264"/>
            <ac:spMk id="2" creationId="{6566BF76-B12D-E93E-E1AF-D9F90E20ED65}"/>
          </ac:spMkLst>
        </pc:spChg>
        <pc:spChg chg="mod">
          <ac:chgData name="Kevin Ma" userId="ec314013063e2a62" providerId="LiveId" clId="{49DB57E9-981A-4908-AD2C-B1B915A7A447}" dt="2026-09-15T19:47:41.360" v="3809" actId="21"/>
          <ac:spMkLst>
            <pc:docMk/>
            <pc:sldMk cId="2447205700" sldId="264"/>
            <ac:spMk id="3" creationId="{32939499-23AE-9A08-F758-357B971DFDD6}"/>
          </ac:spMkLst>
        </pc:spChg>
        <pc:graphicFrameChg chg="add mod">
          <ac:chgData name="Kevin Ma" userId="ec314013063e2a62" providerId="LiveId" clId="{49DB57E9-981A-4908-AD2C-B1B915A7A447}" dt="2026-09-15T18:12:21.035" v="1000" actId="1076"/>
          <ac:graphicFrameMkLst>
            <pc:docMk/>
            <pc:sldMk cId="2447205700" sldId="264"/>
            <ac:graphicFrameMk id="4" creationId="{2101FE92-481E-29AD-486A-357D1C1DB1EE}"/>
          </ac:graphicFrameMkLst>
        </pc:graphicFrameChg>
        <pc:graphicFrameChg chg="add mod">
          <ac:chgData name="Kevin Ma" userId="ec314013063e2a62" providerId="LiveId" clId="{49DB57E9-981A-4908-AD2C-B1B915A7A447}" dt="2026-09-15T18:12:24.067" v="1001"/>
          <ac:graphicFrameMkLst>
            <pc:docMk/>
            <pc:sldMk cId="2447205700" sldId="264"/>
            <ac:graphicFrameMk id="5" creationId="{7F3C3868-4FB3-4CA1-F75A-09FAF6C7DF25}"/>
          </ac:graphicFrameMkLst>
        </pc:graphicFrameChg>
        <pc:picChg chg="add del mod">
          <ac:chgData name="Kevin Ma" userId="ec314013063e2a62" providerId="LiveId" clId="{49DB57E9-981A-4908-AD2C-B1B915A7A447}" dt="2026-09-15T19:47:19.692" v="3799" actId="21"/>
          <ac:picMkLst>
            <pc:docMk/>
            <pc:sldMk cId="2447205700" sldId="264"/>
            <ac:picMk id="6" creationId="{A82BA485-7594-4B65-82B3-C70D0DF44FB8}"/>
          </ac:picMkLst>
        </pc:picChg>
      </pc:sldChg>
      <pc:sldChg chg="modSp new del mod">
        <pc:chgData name="Kevin Ma" userId="ec314013063e2a62" providerId="LiveId" clId="{49DB57E9-981A-4908-AD2C-B1B915A7A447}" dt="2026-09-15T19:03:04.349" v="2519" actId="2696"/>
        <pc:sldMkLst>
          <pc:docMk/>
          <pc:sldMk cId="414960089" sldId="265"/>
        </pc:sldMkLst>
        <pc:spChg chg="mod">
          <ac:chgData name="Kevin Ma" userId="ec314013063e2a62" providerId="LiveId" clId="{49DB57E9-981A-4908-AD2C-B1B915A7A447}" dt="2026-09-15T18:13:46.369" v="1162" actId="20577"/>
          <ac:spMkLst>
            <pc:docMk/>
            <pc:sldMk cId="414960089" sldId="265"/>
            <ac:spMk id="2" creationId="{65750F09-AC41-7DFA-4C4F-37DCFFDECB71}"/>
          </ac:spMkLst>
        </pc:spChg>
        <pc:spChg chg="mod">
          <ac:chgData name="Kevin Ma" userId="ec314013063e2a62" providerId="LiveId" clId="{49DB57E9-981A-4908-AD2C-B1B915A7A447}" dt="2026-09-15T18:14:01.817" v="1206" actId="20577"/>
          <ac:spMkLst>
            <pc:docMk/>
            <pc:sldMk cId="414960089" sldId="265"/>
            <ac:spMk id="3" creationId="{B15D72B9-2EE3-1DA4-019E-A9D563F59580}"/>
          </ac:spMkLst>
        </pc:spChg>
      </pc:sldChg>
      <pc:sldChg chg="addSp delSp modSp new mod">
        <pc:chgData name="Kevin Ma" userId="ec314013063e2a62" providerId="LiveId" clId="{49DB57E9-981A-4908-AD2C-B1B915A7A447}" dt="2026-09-15T19:53:19.703" v="4201" actId="20577"/>
        <pc:sldMkLst>
          <pc:docMk/>
          <pc:sldMk cId="3350191253" sldId="266"/>
        </pc:sldMkLst>
        <pc:spChg chg="mod">
          <ac:chgData name="Kevin Ma" userId="ec314013063e2a62" providerId="LiveId" clId="{49DB57E9-981A-4908-AD2C-B1B915A7A447}" dt="2026-09-15T18:57:17.609" v="2412" actId="313"/>
          <ac:spMkLst>
            <pc:docMk/>
            <pc:sldMk cId="3350191253" sldId="266"/>
            <ac:spMk id="2" creationId="{E4DC2781-38DA-DC32-03C7-35AAED1C8A6B}"/>
          </ac:spMkLst>
        </pc:spChg>
        <pc:spChg chg="del">
          <ac:chgData name="Kevin Ma" userId="ec314013063e2a62" providerId="LiveId" clId="{49DB57E9-981A-4908-AD2C-B1B915A7A447}" dt="2026-09-15T18:22:19.782" v="1496"/>
          <ac:spMkLst>
            <pc:docMk/>
            <pc:sldMk cId="3350191253" sldId="266"/>
            <ac:spMk id="3" creationId="{3A1D0C26-200E-5832-70A4-C2EE75C64756}"/>
          </ac:spMkLst>
        </pc:spChg>
        <pc:spChg chg="add del mod">
          <ac:chgData name="Kevin Ma" userId="ec314013063e2a62" providerId="LiveId" clId="{49DB57E9-981A-4908-AD2C-B1B915A7A447}" dt="2026-09-15T18:22:27.130" v="1500"/>
          <ac:spMkLst>
            <pc:docMk/>
            <pc:sldMk cId="3350191253" sldId="266"/>
            <ac:spMk id="6" creationId="{D014CF45-ABB8-5924-648F-01970FC3D069}"/>
          </ac:spMkLst>
        </pc:spChg>
        <pc:spChg chg="add del mod">
          <ac:chgData name="Kevin Ma" userId="ec314013063e2a62" providerId="LiveId" clId="{49DB57E9-981A-4908-AD2C-B1B915A7A447}" dt="2026-09-15T18:26:11.052" v="1514"/>
          <ac:spMkLst>
            <pc:docMk/>
            <pc:sldMk cId="3350191253" sldId="266"/>
            <ac:spMk id="10" creationId="{F346D808-615D-7969-F3A2-3EA74A9F27D9}"/>
          </ac:spMkLst>
        </pc:spChg>
        <pc:spChg chg="add mod">
          <ac:chgData name="Kevin Ma" userId="ec314013063e2a62" providerId="LiveId" clId="{49DB57E9-981A-4908-AD2C-B1B915A7A447}" dt="2026-09-15T19:53:19.703" v="4201" actId="20577"/>
          <ac:spMkLst>
            <pc:docMk/>
            <pc:sldMk cId="3350191253" sldId="266"/>
            <ac:spMk id="15" creationId="{24EED251-D73A-74A1-3B08-EE88AEC5B541}"/>
          </ac:spMkLst>
        </pc:spChg>
        <pc:graphicFrameChg chg="add del mod">
          <ac:chgData name="Kevin Ma" userId="ec314013063e2a62" providerId="LiveId" clId="{49DB57E9-981A-4908-AD2C-B1B915A7A447}" dt="2026-09-15T18:22:24.206" v="1497" actId="478"/>
          <ac:graphicFrameMkLst>
            <pc:docMk/>
            <pc:sldMk cId="3350191253" sldId="266"/>
            <ac:graphicFrameMk id="4" creationId="{2D348C6B-2614-27A2-4C16-2FDC00EBA316}"/>
          </ac:graphicFrameMkLst>
        </pc:graphicFrameChg>
        <pc:graphicFrameChg chg="add mod">
          <ac:chgData name="Kevin Ma" userId="ec314013063e2a62" providerId="LiveId" clId="{49DB57E9-981A-4908-AD2C-B1B915A7A447}" dt="2026-09-15T18:22:26.971" v="1499"/>
          <ac:graphicFrameMkLst>
            <pc:docMk/>
            <pc:sldMk cId="3350191253" sldId="266"/>
            <ac:graphicFrameMk id="7" creationId="{762EF6D6-DD75-37CC-3FBA-917E905192C1}"/>
          </ac:graphicFrameMkLst>
        </pc:graphicFrameChg>
        <pc:graphicFrameChg chg="add del mod modGraphic">
          <ac:chgData name="Kevin Ma" userId="ec314013063e2a62" providerId="LiveId" clId="{49DB57E9-981A-4908-AD2C-B1B915A7A447}" dt="2026-09-15T18:26:07.755" v="1511" actId="478"/>
          <ac:graphicFrameMkLst>
            <pc:docMk/>
            <pc:sldMk cId="3350191253" sldId="266"/>
            <ac:graphicFrameMk id="8" creationId="{65531CA6-3D91-D88D-3812-334F91B534B3}"/>
          </ac:graphicFrameMkLst>
        </pc:graphicFrameChg>
        <pc:graphicFrameChg chg="add mod">
          <ac:chgData name="Kevin Ma" userId="ec314013063e2a62" providerId="LiveId" clId="{49DB57E9-981A-4908-AD2C-B1B915A7A447}" dt="2026-09-15T18:26:10.896" v="1513"/>
          <ac:graphicFrameMkLst>
            <pc:docMk/>
            <pc:sldMk cId="3350191253" sldId="266"/>
            <ac:graphicFrameMk id="11" creationId="{D0897FB7-3B14-4BA7-5BCC-1C0F02714AE4}"/>
          </ac:graphicFrameMkLst>
        </pc:graphicFrameChg>
        <pc:graphicFrameChg chg="add del mod modGraphic">
          <ac:chgData name="Kevin Ma" userId="ec314013063e2a62" providerId="LiveId" clId="{49DB57E9-981A-4908-AD2C-B1B915A7A447}" dt="2026-09-15T19:42:36.305" v="3278" actId="21"/>
          <ac:graphicFrameMkLst>
            <pc:docMk/>
            <pc:sldMk cId="3350191253" sldId="266"/>
            <ac:graphicFrameMk id="12" creationId="{89A6A346-DF7F-71F5-97F4-8D8E355CE40B}"/>
          </ac:graphicFrameMkLst>
        </pc:graphicFrameChg>
        <pc:picChg chg="add del mod">
          <ac:chgData name="Kevin Ma" userId="ec314013063e2a62" providerId="LiveId" clId="{49DB57E9-981A-4908-AD2C-B1B915A7A447}" dt="2026-09-15T19:42:36.305" v="3278" actId="21"/>
          <ac:picMkLst>
            <pc:docMk/>
            <pc:sldMk cId="3350191253" sldId="266"/>
            <ac:picMk id="13" creationId="{B6A3F5B3-78FF-C2AE-FD2C-FF6E4C010610}"/>
          </ac:picMkLst>
        </pc:picChg>
      </pc:sldChg>
      <pc:sldChg chg="addSp delSp modSp new mod modNotesTx">
        <pc:chgData name="Kevin Ma" userId="ec314013063e2a62" providerId="LiveId" clId="{49DB57E9-981A-4908-AD2C-B1B915A7A447}" dt="2026-09-15T21:00:29.315" v="5776" actId="20577"/>
        <pc:sldMkLst>
          <pc:docMk/>
          <pc:sldMk cId="1815201196" sldId="267"/>
        </pc:sldMkLst>
        <pc:spChg chg="mod">
          <ac:chgData name="Kevin Ma" userId="ec314013063e2a62" providerId="LiveId" clId="{49DB57E9-981A-4908-AD2C-B1B915A7A447}" dt="2026-09-15T18:41:26.638" v="2208" actId="20577"/>
          <ac:spMkLst>
            <pc:docMk/>
            <pc:sldMk cId="1815201196" sldId="267"/>
            <ac:spMk id="2" creationId="{7F08C5DF-9640-2CA8-0A33-092C5556D022}"/>
          </ac:spMkLst>
        </pc:spChg>
        <pc:spChg chg="mod">
          <ac:chgData name="Kevin Ma" userId="ec314013063e2a62" providerId="LiveId" clId="{49DB57E9-981A-4908-AD2C-B1B915A7A447}" dt="2026-09-15T20:56:43.552" v="5644" actId="20577"/>
          <ac:spMkLst>
            <pc:docMk/>
            <pc:sldMk cId="1815201196" sldId="267"/>
            <ac:spMk id="3" creationId="{DDF0502B-00AD-0068-7B53-75EB33597781}"/>
          </ac:spMkLst>
        </pc:spChg>
        <pc:picChg chg="add del mod">
          <ac:chgData name="Kevin Ma" userId="ec314013063e2a62" providerId="LiveId" clId="{49DB57E9-981A-4908-AD2C-B1B915A7A447}" dt="2026-09-15T20:55:20.917" v="5569" actId="478"/>
          <ac:picMkLst>
            <pc:docMk/>
            <pc:sldMk cId="1815201196" sldId="267"/>
            <ac:picMk id="4" creationId="{5C78BC0B-B60A-2ED6-98A3-B5F24DA1FA96}"/>
          </ac:picMkLst>
        </pc:picChg>
      </pc:sldChg>
      <pc:sldChg chg="addSp delSp modSp new mod">
        <pc:chgData name="Kevin Ma" userId="ec314013063e2a62" providerId="LiveId" clId="{49DB57E9-981A-4908-AD2C-B1B915A7A447}" dt="2026-09-15T19:18:50.761" v="2926" actId="1076"/>
        <pc:sldMkLst>
          <pc:docMk/>
          <pc:sldMk cId="491022661" sldId="268"/>
        </pc:sldMkLst>
        <pc:spChg chg="mod">
          <ac:chgData name="Kevin Ma" userId="ec314013063e2a62" providerId="LiveId" clId="{49DB57E9-981A-4908-AD2C-B1B915A7A447}" dt="2026-09-15T19:18:11.265" v="2914" actId="20577"/>
          <ac:spMkLst>
            <pc:docMk/>
            <pc:sldMk cId="491022661" sldId="268"/>
            <ac:spMk id="2" creationId="{1C34D79C-F18D-8EC8-96C3-E209ED0620FE}"/>
          </ac:spMkLst>
        </pc:spChg>
        <pc:spChg chg="del">
          <ac:chgData name="Kevin Ma" userId="ec314013063e2a62" providerId="LiveId" clId="{49DB57E9-981A-4908-AD2C-B1B915A7A447}" dt="2026-09-15T19:18:19.734" v="2915"/>
          <ac:spMkLst>
            <pc:docMk/>
            <pc:sldMk cId="491022661" sldId="268"/>
            <ac:spMk id="3" creationId="{373F5675-BAEA-F462-541F-7F9A93F6893B}"/>
          </ac:spMkLst>
        </pc:spChg>
        <pc:picChg chg="add mod">
          <ac:chgData name="Kevin Ma" userId="ec314013063e2a62" providerId="LiveId" clId="{49DB57E9-981A-4908-AD2C-B1B915A7A447}" dt="2026-09-15T19:18:47.728" v="2924" actId="1076"/>
          <ac:picMkLst>
            <pc:docMk/>
            <pc:sldMk cId="491022661" sldId="268"/>
            <ac:picMk id="4" creationId="{B6A3F5B3-78FF-C2AE-FD2C-FF6E4C010610}"/>
          </ac:picMkLst>
        </pc:picChg>
        <pc:picChg chg="add mod">
          <ac:chgData name="Kevin Ma" userId="ec314013063e2a62" providerId="LiveId" clId="{49DB57E9-981A-4908-AD2C-B1B915A7A447}" dt="2026-09-15T19:18:50.761" v="2926" actId="1076"/>
          <ac:picMkLst>
            <pc:docMk/>
            <pc:sldMk cId="491022661" sldId="268"/>
            <ac:picMk id="5" creationId="{E0AF6A85-7995-5C39-7164-A239F0119C42}"/>
          </ac:picMkLst>
        </pc:picChg>
      </pc:sldChg>
      <pc:sldChg chg="addSp delSp modSp new mod modNotesTx">
        <pc:chgData name="Kevin Ma" userId="ec314013063e2a62" providerId="LiveId" clId="{49DB57E9-981A-4908-AD2C-B1B915A7A447}" dt="2026-09-15T20:59:22.363" v="5686" actId="20577"/>
        <pc:sldMkLst>
          <pc:docMk/>
          <pc:sldMk cId="3826225355" sldId="269"/>
        </pc:sldMkLst>
        <pc:spChg chg="mod">
          <ac:chgData name="Kevin Ma" userId="ec314013063e2a62" providerId="LiveId" clId="{49DB57E9-981A-4908-AD2C-B1B915A7A447}" dt="2026-09-15T19:42:40.345" v="3280" actId="1076"/>
          <ac:spMkLst>
            <pc:docMk/>
            <pc:sldMk cId="3826225355" sldId="269"/>
            <ac:spMk id="2" creationId="{126D941B-E294-8646-F588-C1A23EF99BDE}"/>
          </ac:spMkLst>
        </pc:spChg>
        <pc:spChg chg="del">
          <ac:chgData name="Kevin Ma" userId="ec314013063e2a62" providerId="LiveId" clId="{49DB57E9-981A-4908-AD2C-B1B915A7A447}" dt="2026-09-15T20:58:27.126" v="5646" actId="478"/>
          <ac:spMkLst>
            <pc:docMk/>
            <pc:sldMk cId="3826225355" sldId="269"/>
            <ac:spMk id="3" creationId="{7837A0E5-7994-FEFA-4008-CCF30D2F5C27}"/>
          </ac:spMkLst>
        </pc:spChg>
        <pc:graphicFrameChg chg="add mod modGraphic">
          <ac:chgData name="Kevin Ma" userId="ec314013063e2a62" providerId="LiveId" clId="{49DB57E9-981A-4908-AD2C-B1B915A7A447}" dt="2026-09-15T19:44:32.971" v="3597" actId="14100"/>
          <ac:graphicFrameMkLst>
            <pc:docMk/>
            <pc:sldMk cId="3826225355" sldId="269"/>
            <ac:graphicFrameMk id="12" creationId="{89A6A346-DF7F-71F5-97F4-8D8E355CE40B}"/>
          </ac:graphicFrameMkLst>
        </pc:graphicFrameChg>
        <pc:picChg chg="add mod">
          <ac:chgData name="Kevin Ma" userId="ec314013063e2a62" providerId="LiveId" clId="{49DB57E9-981A-4908-AD2C-B1B915A7A447}" dt="2026-09-15T20:58:24.973" v="5645" actId="14100"/>
          <ac:picMkLst>
            <pc:docMk/>
            <pc:sldMk cId="3826225355" sldId="269"/>
            <ac:picMk id="13" creationId="{B6A3F5B3-78FF-C2AE-FD2C-FF6E4C010610}"/>
          </ac:picMkLst>
        </pc:picChg>
      </pc:sldChg>
      <pc:sldChg chg="addSp modSp new mod">
        <pc:chgData name="Kevin Ma" userId="ec314013063e2a62" providerId="LiveId" clId="{49DB57E9-981A-4908-AD2C-B1B915A7A447}" dt="2026-09-15T20:17:52.713" v="4805" actId="20577"/>
        <pc:sldMkLst>
          <pc:docMk/>
          <pc:sldMk cId="1862014285" sldId="270"/>
        </pc:sldMkLst>
        <pc:spChg chg="mod">
          <ac:chgData name="Kevin Ma" userId="ec314013063e2a62" providerId="LiveId" clId="{49DB57E9-981A-4908-AD2C-B1B915A7A447}" dt="2026-09-15T20:12:56.451" v="4718" actId="1076"/>
          <ac:spMkLst>
            <pc:docMk/>
            <pc:sldMk cId="1862014285" sldId="270"/>
            <ac:spMk id="2" creationId="{481EACF0-009F-C37C-11B7-9381EFA39C83}"/>
          </ac:spMkLst>
        </pc:spChg>
        <pc:spChg chg="mod">
          <ac:chgData name="Kevin Ma" userId="ec314013063e2a62" providerId="LiveId" clId="{49DB57E9-981A-4908-AD2C-B1B915A7A447}" dt="2026-09-15T20:12:55.049" v="4717" actId="1076"/>
          <ac:spMkLst>
            <pc:docMk/>
            <pc:sldMk cId="1862014285" sldId="270"/>
            <ac:spMk id="3" creationId="{2F6C4498-1AEF-E86B-B8C7-CEDAA63C895E}"/>
          </ac:spMkLst>
        </pc:spChg>
        <pc:spChg chg="add mod">
          <ac:chgData name="Kevin Ma" userId="ec314013063e2a62" providerId="LiveId" clId="{49DB57E9-981A-4908-AD2C-B1B915A7A447}" dt="2026-09-15T20:17:52.713" v="4805" actId="20577"/>
          <ac:spMkLst>
            <pc:docMk/>
            <pc:sldMk cId="1862014285" sldId="270"/>
            <ac:spMk id="10" creationId="{C6913BBA-598B-C547-EFAE-C4FFAC72F040}"/>
          </ac:spMkLst>
        </pc:spChg>
        <pc:graphicFrameChg chg="add mod">
          <ac:chgData name="Kevin Ma" userId="ec314013063e2a62" providerId="LiveId" clId="{49DB57E9-981A-4908-AD2C-B1B915A7A447}" dt="2026-09-15T20:12:57.189" v="4719"/>
          <ac:graphicFrameMkLst>
            <pc:docMk/>
            <pc:sldMk cId="1862014285" sldId="270"/>
            <ac:graphicFrameMk id="4" creationId="{7879C336-142A-F517-5E08-608FFAD04468}"/>
          </ac:graphicFrameMkLst>
        </pc:graphicFrameChg>
        <pc:graphicFrameChg chg="add mod modGraphic">
          <ac:chgData name="Kevin Ma" userId="ec314013063e2a62" providerId="LiveId" clId="{49DB57E9-981A-4908-AD2C-B1B915A7A447}" dt="2026-09-15T20:17:19.873" v="4756" actId="14100"/>
          <ac:graphicFrameMkLst>
            <pc:docMk/>
            <pc:sldMk cId="1862014285" sldId="270"/>
            <ac:graphicFrameMk id="5" creationId="{9671B39F-BEDE-47B7-59F4-07E6A6F49F83}"/>
          </ac:graphicFrameMkLst>
        </pc:graphicFrameChg>
        <pc:graphicFrameChg chg="add mod">
          <ac:chgData name="Kevin Ma" userId="ec314013063e2a62" providerId="LiveId" clId="{49DB57E9-981A-4908-AD2C-B1B915A7A447}" dt="2026-09-15T20:13:06.138" v="4722"/>
          <ac:graphicFrameMkLst>
            <pc:docMk/>
            <pc:sldMk cId="1862014285" sldId="270"/>
            <ac:graphicFrameMk id="6" creationId="{182C6883-70AE-1AFD-BFAB-748DCB9DEFED}"/>
          </ac:graphicFrameMkLst>
        </pc:graphicFrameChg>
        <pc:graphicFrameChg chg="add mod modGraphic">
          <ac:chgData name="Kevin Ma" userId="ec314013063e2a62" providerId="LiveId" clId="{49DB57E9-981A-4908-AD2C-B1B915A7A447}" dt="2026-09-15T20:13:17.467" v="4726" actId="1076"/>
          <ac:graphicFrameMkLst>
            <pc:docMk/>
            <pc:sldMk cId="1862014285" sldId="270"/>
            <ac:graphicFrameMk id="7" creationId="{E2E0712F-7D57-1CF2-796A-7C5EECC7A9CB}"/>
          </ac:graphicFrameMkLst>
        </pc:graphicFrameChg>
        <pc:graphicFrameChg chg="add mod">
          <ac:chgData name="Kevin Ma" userId="ec314013063e2a62" providerId="LiveId" clId="{49DB57E9-981A-4908-AD2C-B1B915A7A447}" dt="2026-09-15T20:13:30.410" v="4727"/>
          <ac:graphicFrameMkLst>
            <pc:docMk/>
            <pc:sldMk cId="1862014285" sldId="270"/>
            <ac:graphicFrameMk id="8" creationId="{48065B77-4073-732B-0D19-3AD4FE08B7EB}"/>
          </ac:graphicFrameMkLst>
        </pc:graphicFrameChg>
        <pc:graphicFrameChg chg="add mod modGraphic">
          <ac:chgData name="Kevin Ma" userId="ec314013063e2a62" providerId="LiveId" clId="{49DB57E9-981A-4908-AD2C-B1B915A7A447}" dt="2026-09-15T20:13:51.416" v="4736" actId="14734"/>
          <ac:graphicFrameMkLst>
            <pc:docMk/>
            <pc:sldMk cId="1862014285" sldId="270"/>
            <ac:graphicFrameMk id="9" creationId="{4CE9222F-199B-493F-9A45-E5369B4FB5F5}"/>
          </ac:graphicFrameMkLst>
        </pc:graphicFrameChg>
      </pc:sldChg>
      <pc:sldChg chg="addSp delSp modSp new mod modNotesTx">
        <pc:chgData name="Kevin Ma" userId="ec314013063e2a62" providerId="LiveId" clId="{49DB57E9-981A-4908-AD2C-B1B915A7A447}" dt="2026-09-15T20:44:54.863" v="5437" actId="20577"/>
        <pc:sldMkLst>
          <pc:docMk/>
          <pc:sldMk cId="870526039" sldId="271"/>
        </pc:sldMkLst>
        <pc:spChg chg="add del">
          <ac:chgData name="Kevin Ma" userId="ec314013063e2a62" providerId="LiveId" clId="{49DB57E9-981A-4908-AD2C-B1B915A7A447}" dt="2026-09-15T20:15:41.754" v="4740"/>
          <ac:spMkLst>
            <pc:docMk/>
            <pc:sldMk cId="870526039" sldId="271"/>
            <ac:spMk id="3" creationId="{E013A880-D45A-95F0-56CE-B601E55C8F2B}"/>
          </ac:spMkLst>
        </pc:spChg>
        <pc:graphicFrameChg chg="add mod">
          <ac:chgData name="Kevin Ma" userId="ec314013063e2a62" providerId="LiveId" clId="{49DB57E9-981A-4908-AD2C-B1B915A7A447}" dt="2026-09-15T20:15:41.648" v="4739"/>
          <ac:graphicFrameMkLst>
            <pc:docMk/>
            <pc:sldMk cId="870526039" sldId="271"/>
            <ac:graphicFrameMk id="4" creationId="{CF5454CB-87B1-CA1F-FE34-843193C50D4D}"/>
          </ac:graphicFrameMkLst>
        </pc:graphicFrameChg>
        <pc:graphicFrameChg chg="add mod modGraphic">
          <ac:chgData name="Kevin Ma" userId="ec314013063e2a62" providerId="LiveId" clId="{49DB57E9-981A-4908-AD2C-B1B915A7A447}" dt="2026-09-15T20:16:11.399" v="4744" actId="113"/>
          <ac:graphicFrameMkLst>
            <pc:docMk/>
            <pc:sldMk cId="870526039" sldId="271"/>
            <ac:graphicFrameMk id="5" creationId="{5E859273-2B99-EB68-156F-E8F04646EA7B}"/>
          </ac:graphicFrameMkLst>
        </pc:graphicFrameChg>
        <pc:picChg chg="add mod">
          <ac:chgData name="Kevin Ma" userId="ec314013063e2a62" providerId="LiveId" clId="{49DB57E9-981A-4908-AD2C-B1B915A7A447}" dt="2026-09-15T20:40:58.096" v="5391" actId="1076"/>
          <ac:picMkLst>
            <pc:docMk/>
            <pc:sldMk cId="870526039" sldId="271"/>
            <ac:picMk id="6" creationId="{DFE12890-E83A-0734-ADE7-1981AC0C1D1C}"/>
          </ac:picMkLst>
        </pc:picChg>
      </pc:sldChg>
      <pc:sldChg chg="modSp new mod">
        <pc:chgData name="Kevin Ma" userId="ec314013063e2a62" providerId="LiveId" clId="{49DB57E9-981A-4908-AD2C-B1B915A7A447}" dt="2026-09-15T20:27:42.646" v="5255" actId="20577"/>
        <pc:sldMkLst>
          <pc:docMk/>
          <pc:sldMk cId="181186374" sldId="272"/>
        </pc:sldMkLst>
        <pc:spChg chg="mod">
          <ac:chgData name="Kevin Ma" userId="ec314013063e2a62" providerId="LiveId" clId="{49DB57E9-981A-4908-AD2C-B1B915A7A447}" dt="2026-09-15T20:27:42.646" v="5255" actId="20577"/>
          <ac:spMkLst>
            <pc:docMk/>
            <pc:sldMk cId="181186374" sldId="272"/>
            <ac:spMk id="2" creationId="{1A8C1F7B-394E-5757-F192-3C1DB9513628}"/>
          </ac:spMkLst>
        </pc:spChg>
      </pc:sldChg>
      <pc:sldChg chg="modSp new mod">
        <pc:chgData name="Kevin Ma" userId="ec314013063e2a62" providerId="LiveId" clId="{49DB57E9-981A-4908-AD2C-B1B915A7A447}" dt="2026-09-15T20:28:04.198" v="5360" actId="20577"/>
        <pc:sldMkLst>
          <pc:docMk/>
          <pc:sldMk cId="2025207050" sldId="273"/>
        </pc:sldMkLst>
        <pc:spChg chg="mod">
          <ac:chgData name="Kevin Ma" userId="ec314013063e2a62" providerId="LiveId" clId="{49DB57E9-981A-4908-AD2C-B1B915A7A447}" dt="2026-09-15T20:27:51.679" v="5266" actId="20577"/>
          <ac:spMkLst>
            <pc:docMk/>
            <pc:sldMk cId="2025207050" sldId="273"/>
            <ac:spMk id="2" creationId="{DF68D138-7779-FDD4-0BAE-3E90F78AE3EA}"/>
          </ac:spMkLst>
        </pc:spChg>
        <pc:spChg chg="mod">
          <ac:chgData name="Kevin Ma" userId="ec314013063e2a62" providerId="LiveId" clId="{49DB57E9-981A-4908-AD2C-B1B915A7A447}" dt="2026-09-15T20:28:04.198" v="5360" actId="20577"/>
          <ac:spMkLst>
            <pc:docMk/>
            <pc:sldMk cId="2025207050" sldId="273"/>
            <ac:spMk id="3" creationId="{53ECCC84-D326-C1D0-3FE5-5018CEF6FC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539E3-291C-4056-A903-588E2D1F79A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F6588-46AC-4712-88F4-FFBBE96D4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5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value of centers of excellence (AL, MA)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67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ACMG/AMP for initial pull (most specific?), similar to Gaetani et al.</a:t>
            </a:r>
          </a:p>
          <a:p>
            <a:r>
              <a:rPr lang="en-US" dirty="0"/>
              <a:t>Maybe use HGMD as the gold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Otolaryngology target journal (Laryngoscope) maybe brief communication, or AAO-HNS.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91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Get the overlap </a:t>
            </a:r>
            <a:r>
              <a:rPr lang="en-US" b="1" dirty="0" err="1"/>
              <a:t>HHT+genetics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9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E4AB-D08D-717B-A8BD-2A2E83E13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DA27-A718-1415-FE19-49A16FFFC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CB2F-499A-8317-ECD6-F014E58B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21E5-3F3A-B928-30DD-A0F144DB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6E3EF-B820-0774-7A02-4975F1CD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2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560E-F70E-3A6F-44FA-D6EC7428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E9A7-F2D4-3ABF-4E63-500E5131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E922E-2C79-B60C-FF27-8AE07112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00DA-2EA8-7A24-0026-30BA4F81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F07F3-76AD-BF21-48CA-37E932DA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9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276F-C4AA-40A2-91EA-4F489FCD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1D9D-8A42-9382-AF46-2851B401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C4FD-FC34-73CF-6860-37108F39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60F25-3CBC-96F2-B58A-3C4DD15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EB403-A673-983E-CBE1-9369BE66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1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513C-C274-C106-B870-6D52018E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FEA0-D645-C1E5-62CD-7F6A3FE72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A5CC1-84FE-4E74-6339-55BF9600B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B579F-B7A8-BDDD-15F4-BDBB6414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2014C-6882-C8EC-0B51-565DC695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99A27-4DCF-C890-7D18-C31D2115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0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4139-C69B-4FDB-2F8B-42F6C33D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D19F8-DB16-1768-2088-3786854A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2682F-6C9A-CA7D-16DC-6A50379DC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43A9B-1A5C-EC21-2BAE-C4708C267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C880A-AFDB-1C77-0759-AE10B5F8A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D3A39-4AE6-5FDA-8135-14E1E297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AF1B-48D2-6272-82CD-81A87421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5F5BE-8AF9-82AC-6E36-E44D761E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7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D35E-C24A-CED1-7AD3-43245B3A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4B611-DDE1-4BF1-870C-964B627A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21AA9-93A2-6BB8-084F-36EAA71B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1AADE-1DC2-C470-E37A-393832EA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5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C6FF3-6AD9-34E0-FA63-58C8E41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F6750-6588-133E-DAD9-58475E60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E1502-C353-D781-A635-56E31551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2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EBCE-BAE4-1B22-11CB-2F710455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CB71-C846-E91D-EBD9-8DB4BA612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A539-7AA5-C8D0-3B58-47FFC3898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86686-3A1C-8590-EDBA-25E9CD65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61D30-E075-C9EF-B3D6-5B3422CC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29250-3643-11A8-E38A-E7768C49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1484-3633-27A5-82F9-A91DB4F1B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7C64A-C984-4579-8000-44F59BEFE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00B7C-70CC-5A7F-A885-70369C35D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39ACA-A305-46FB-F1FA-06AF5877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84796-F94D-F6C1-C49C-9FC4A3FE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05AC7-0A51-494E-7FA7-B15E12F4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0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77C0-E2B7-0706-1297-B7F8CCA2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1BB84-9594-1ED6-EC44-DACA1AA74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838BF-B214-A6E2-C0D0-EFA1415B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5B81-4E48-B388-7E65-22808C0E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67E2-0338-BEDA-066C-0AFAA89F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0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C6D24-7195-C142-E9FD-3F2D6B8DE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CC91A-069B-32EF-CA05-2B76AF85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E380-DBEA-5B9B-2643-7BFAB610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E4B75-D962-3D4C-0749-307B024C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AE01-0A55-6D48-37BC-6839EA45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4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C5665-12DC-AF85-EBF3-E0BE55C8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A3F95-97B4-FC5A-6A41-58BD7A1F6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B0936-C0A5-6C69-5E53-55059606F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E19B2-AA34-4430-B25C-62C66CA7E4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C271-1100-D7FE-36EA-BCF547183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D8E9-1C79-9233-7D58-E72BEEACA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33CD-7E67-9F44-941B-4A019D24F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B5224-8B95-70EC-FEBC-E99A6402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9/9-9/15</a:t>
            </a:r>
          </a:p>
          <a:p>
            <a:r>
              <a:rPr lang="en-US" dirty="0" err="1"/>
              <a:t>Overdevest</a:t>
            </a:r>
            <a:r>
              <a:rPr lang="en-US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214021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063E-B258-5473-5F51-FE1E4B44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90588"/>
            <a:ext cx="10515600" cy="909637"/>
          </a:xfrm>
        </p:spPr>
        <p:txBody>
          <a:bodyPr>
            <a:normAutofit fontScale="90000"/>
          </a:bodyPr>
          <a:lstStyle/>
          <a:p>
            <a:r>
              <a:rPr lang="en-US" dirty="0"/>
              <a:t>HHT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3AED-2B3C-A3C6-F776-F165193DC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95501"/>
            <a:ext cx="10515600" cy="39941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Epistaxis and Genetics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Where are HHT patients enrolling from?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Barrier: how to define a “pathogenic” mutation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Barrier: low rate of pathogenic variants in HHT cohort?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Barrier: incomplete phenotype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Next steps, and 2 potential paper angles</a:t>
            </a:r>
          </a:p>
        </p:txBody>
      </p:sp>
    </p:spTree>
    <p:extLst>
      <p:ext uri="{BB962C8B-B14F-4D97-AF65-F5344CB8AC3E}">
        <p14:creationId xmlns:p14="http://schemas.microsoft.com/office/powerpoint/2010/main" val="416406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4C03-AE6B-9A2D-F058-0A5488D0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Epistaxis and Genetics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19C1-B04A-DF05-20C3-D3ECD247F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Genetics of people with epistaxis</a:t>
            </a:r>
          </a:p>
          <a:p>
            <a:pPr lvl="1"/>
            <a:r>
              <a:rPr lang="en-US" dirty="0"/>
              <a:t>19,202 people with epistaxis</a:t>
            </a:r>
          </a:p>
          <a:p>
            <a:pPr lvl="1"/>
            <a:r>
              <a:rPr lang="en-US" dirty="0"/>
              <a:t>68 (</a:t>
            </a:r>
            <a:r>
              <a:rPr lang="en-US" b="1" dirty="0"/>
              <a:t>0.35%</a:t>
            </a:r>
            <a:r>
              <a:rPr lang="en-US" dirty="0"/>
              <a:t>) have a qualifying P/LP variant</a:t>
            </a:r>
          </a:p>
          <a:p>
            <a:pPr lvl="2"/>
            <a:r>
              <a:rPr lang="en-US" dirty="0"/>
              <a:t>39 ENG, 27 ACVRL1, 2 SMAD4, 0 GDF2</a:t>
            </a:r>
          </a:p>
          <a:p>
            <a:r>
              <a:rPr lang="en-US" dirty="0"/>
              <a:t>Epistaxis rates by genetic status</a:t>
            </a:r>
          </a:p>
          <a:p>
            <a:pPr lvl="1"/>
            <a:r>
              <a:rPr lang="en-US" dirty="0"/>
              <a:t>Carrier epistaxis rate: 68/1085 = 6.27%</a:t>
            </a:r>
          </a:p>
          <a:p>
            <a:pPr lvl="1"/>
            <a:r>
              <a:rPr lang="en-US" dirty="0"/>
              <a:t>Non-carrier epistaxis rate: 19,134/745,944 = 2.57%</a:t>
            </a:r>
          </a:p>
          <a:p>
            <a:pPr lvl="1"/>
            <a:r>
              <a:rPr lang="en-US" dirty="0"/>
              <a:t>Odds ratio: 2.54, p&lt;0.001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58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ACF0-009F-C37C-11B7-9381EFA3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Where are our HHT patients enrolling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4498-1AEF-E86B-B8C7-CEDAA63C8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362075"/>
            <a:ext cx="3609975" cy="471011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AoU assigns EHR data like visits a “</a:t>
            </a:r>
            <a:r>
              <a:rPr lang="en-US" sz="2400" dirty="0" err="1"/>
              <a:t>src_id</a:t>
            </a:r>
            <a:r>
              <a:rPr lang="en-US" sz="2400" dirty="0"/>
              <a:t>” which is unique to each institution - but you cannot trace it back to the institution name</a:t>
            </a:r>
          </a:p>
          <a:p>
            <a:r>
              <a:rPr lang="en-US" sz="2400" dirty="0"/>
              <a:t>Variables extracted: reported state of residence, and “primary clinical site” = site with the most visits</a:t>
            </a:r>
          </a:p>
          <a:p>
            <a:r>
              <a:rPr lang="en-US" sz="2400" dirty="0"/>
              <a:t>Comparing HHT patients to mutation-only patients, and a random sample of 5,000 controls:</a:t>
            </a:r>
          </a:p>
          <a:p>
            <a:pPr lvl="1"/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71B39F-BEDE-47B7-59F4-07E6A6F49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17400"/>
              </p:ext>
            </p:extLst>
          </p:nvPr>
        </p:nvGraphicFramePr>
        <p:xfrm>
          <a:off x="4295775" y="1147022"/>
          <a:ext cx="5200649" cy="1066800"/>
        </p:xfrm>
        <a:graphic>
          <a:graphicData uri="http://schemas.openxmlformats.org/drawingml/2006/table">
            <a:tbl>
              <a:tblPr/>
              <a:tblGrid>
                <a:gridCol w="2087907">
                  <a:extLst>
                    <a:ext uri="{9D8B030D-6E8A-4147-A177-3AD203B41FA5}">
                      <a16:colId xmlns:a16="http://schemas.microsoft.com/office/drawing/2014/main" val="2131088779"/>
                    </a:ext>
                  </a:extLst>
                </a:gridCol>
                <a:gridCol w="1070722">
                  <a:extLst>
                    <a:ext uri="{9D8B030D-6E8A-4147-A177-3AD203B41FA5}">
                      <a16:colId xmlns:a16="http://schemas.microsoft.com/office/drawing/2014/main" val="1165600050"/>
                    </a:ext>
                  </a:extLst>
                </a:gridCol>
                <a:gridCol w="1070722">
                  <a:extLst>
                    <a:ext uri="{9D8B030D-6E8A-4147-A177-3AD203B41FA5}">
                      <a16:colId xmlns:a16="http://schemas.microsoft.com/office/drawing/2014/main" val="2236742655"/>
                    </a:ext>
                  </a:extLst>
                </a:gridCol>
                <a:gridCol w="971298">
                  <a:extLst>
                    <a:ext uri="{9D8B030D-6E8A-4147-A177-3AD203B41FA5}">
                      <a16:colId xmlns:a16="http://schemas.microsoft.com/office/drawing/2014/main" val="2632824760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EHR Linkage to a Real Clinical Site, by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543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to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(%)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8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12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380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17976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0712F-7D57-1CF2-796A-7C5EECC7A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57341"/>
              </p:ext>
            </p:extLst>
          </p:nvPr>
        </p:nvGraphicFramePr>
        <p:xfrm>
          <a:off x="4295775" y="2362200"/>
          <a:ext cx="7727950" cy="1066800"/>
        </p:xfrm>
        <a:graphic>
          <a:graphicData uri="http://schemas.openxmlformats.org/drawingml/2006/table">
            <a:tbl>
              <a:tblPr/>
              <a:tblGrid>
                <a:gridCol w="2378501">
                  <a:extLst>
                    <a:ext uri="{9D8B030D-6E8A-4147-A177-3AD203B41FA5}">
                      <a16:colId xmlns:a16="http://schemas.microsoft.com/office/drawing/2014/main" val="3891833144"/>
                    </a:ext>
                  </a:extLst>
                </a:gridCol>
                <a:gridCol w="1219744">
                  <a:extLst>
                    <a:ext uri="{9D8B030D-6E8A-4147-A177-3AD203B41FA5}">
                      <a16:colId xmlns:a16="http://schemas.microsoft.com/office/drawing/2014/main" val="4190574779"/>
                    </a:ext>
                  </a:extLst>
                </a:gridCol>
                <a:gridCol w="1219744">
                  <a:extLst>
                    <a:ext uri="{9D8B030D-6E8A-4147-A177-3AD203B41FA5}">
                      <a16:colId xmlns:a16="http://schemas.microsoft.com/office/drawing/2014/main" val="2930931746"/>
                    </a:ext>
                  </a:extLst>
                </a:gridCol>
                <a:gridCol w="1106482">
                  <a:extLst>
                    <a:ext uri="{9D8B030D-6E8A-4147-A177-3AD203B41FA5}">
                      <a16:colId xmlns:a16="http://schemas.microsoft.com/office/drawing/2014/main" val="2906123459"/>
                    </a:ext>
                  </a:extLst>
                </a:gridCol>
                <a:gridCol w="1106482">
                  <a:extLst>
                    <a:ext uri="{9D8B030D-6E8A-4147-A177-3AD203B41FA5}">
                      <a16:colId xmlns:a16="http://schemas.microsoft.com/office/drawing/2014/main" val="836445764"/>
                    </a:ext>
                  </a:extLst>
                </a:gridCol>
                <a:gridCol w="696997">
                  <a:extLst>
                    <a:ext uri="{9D8B030D-6E8A-4147-A177-3AD203B41FA5}">
                      <a16:colId xmlns:a16="http://schemas.microsoft.com/office/drawing/2014/main" val="682089437"/>
                    </a:ext>
                  </a:extLst>
                </a:gridCol>
              </a:tblGrid>
              <a:tr h="304800">
                <a:tc grid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Site Concentration Among Participants With a Linked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2230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Distinct sites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Top-site share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HHI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706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090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759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8460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E9222F-199B-493F-9A45-E5369B4FB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4382"/>
              </p:ext>
            </p:extLst>
          </p:nvPr>
        </p:nvGraphicFramePr>
        <p:xfrm>
          <a:off x="4295775" y="3577378"/>
          <a:ext cx="6657975" cy="3280622"/>
        </p:xfrm>
        <a:graphic>
          <a:graphicData uri="http://schemas.openxmlformats.org/drawingml/2006/table">
            <a:tbl>
              <a:tblPr/>
              <a:tblGrid>
                <a:gridCol w="2672981">
                  <a:extLst>
                    <a:ext uri="{9D8B030D-6E8A-4147-A177-3AD203B41FA5}">
                      <a16:colId xmlns:a16="http://schemas.microsoft.com/office/drawing/2014/main" val="1650518482"/>
                    </a:ext>
                  </a:extLst>
                </a:gridCol>
                <a:gridCol w="1370760">
                  <a:extLst>
                    <a:ext uri="{9D8B030D-6E8A-4147-A177-3AD203B41FA5}">
                      <a16:colId xmlns:a16="http://schemas.microsoft.com/office/drawing/2014/main" val="960273199"/>
                    </a:ext>
                  </a:extLst>
                </a:gridCol>
                <a:gridCol w="1370760">
                  <a:extLst>
                    <a:ext uri="{9D8B030D-6E8A-4147-A177-3AD203B41FA5}">
                      <a16:colId xmlns:a16="http://schemas.microsoft.com/office/drawing/2014/main" val="666787653"/>
                    </a:ext>
                  </a:extLst>
                </a:gridCol>
                <a:gridCol w="1243474">
                  <a:extLst>
                    <a:ext uri="{9D8B030D-6E8A-4147-A177-3AD203B41FA5}">
                      <a16:colId xmlns:a16="http://schemas.microsoft.com/office/drawing/2014/main" val="108964851"/>
                    </a:ext>
                  </a:extLst>
                </a:gridCol>
              </a:tblGrid>
              <a:tr h="268817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Primary EHR Sites by Study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73292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Primary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 of linked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43366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76346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90447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53311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106300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195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0852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017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15621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089458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60961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40934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38422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770093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2170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704717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874068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26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913BBA-598B-C547-EFAE-C4FFAC72F040}"/>
              </a:ext>
            </a:extLst>
          </p:cNvPr>
          <p:cNvSpPr txBox="1"/>
          <p:nvPr/>
        </p:nvSpPr>
        <p:spPr>
          <a:xfrm>
            <a:off x="9906000" y="1147022"/>
            <a:ext cx="2009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may have not submitted EHR to AoU</a:t>
            </a:r>
          </a:p>
        </p:txBody>
      </p:sp>
    </p:spTree>
    <p:extLst>
      <p:ext uri="{BB962C8B-B14F-4D97-AF65-F5344CB8AC3E}">
        <p14:creationId xmlns:p14="http://schemas.microsoft.com/office/powerpoint/2010/main" val="186201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5268-DB71-4CC2-BB02-12643AAD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859273-2B99-EB68-156F-E8F04646E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908334"/>
              </p:ext>
            </p:extLst>
          </p:nvPr>
        </p:nvGraphicFramePr>
        <p:xfrm>
          <a:off x="285750" y="1699419"/>
          <a:ext cx="5715000" cy="3631565"/>
        </p:xfrm>
        <a:graphic>
          <a:graphicData uri="http://schemas.openxmlformats.org/drawingml/2006/table">
            <a:tbl>
              <a:tblPr/>
              <a:tblGrid>
                <a:gridCol w="2600325">
                  <a:extLst>
                    <a:ext uri="{9D8B030D-6E8A-4147-A177-3AD203B41FA5}">
                      <a16:colId xmlns:a16="http://schemas.microsoft.com/office/drawing/2014/main" val="15463427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38271712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7482629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18571298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Self-Reported States by Study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236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 of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60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42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289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035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76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0657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21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197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611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3599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79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17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081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031193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88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997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8989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FE12890-E83A-0734-ADE7-1981AC0C1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0"/>
            <a:ext cx="4391025" cy="6733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52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2BD1-BA35-E744-E822-90B7C5BB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44"/>
            <a:ext cx="10515600" cy="1325563"/>
          </a:xfrm>
        </p:spPr>
        <p:txBody>
          <a:bodyPr/>
          <a:lstStyle/>
          <a:p>
            <a:r>
              <a:rPr lang="en-US" dirty="0"/>
              <a:t>Barrier: what mutations are “pathogenic?”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797E-A070-8DDE-4162-8F1E1735C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61" y="1339849"/>
            <a:ext cx="6358639" cy="47847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variant data is extracted from AoU, how do we interpret it?</a:t>
            </a:r>
          </a:p>
          <a:p>
            <a:pPr lvl="1"/>
            <a:r>
              <a:rPr lang="en-US" dirty="0"/>
              <a:t>2015 </a:t>
            </a:r>
            <a:r>
              <a:rPr lang="en-US" b="1" dirty="0"/>
              <a:t>ACMG </a:t>
            </a:r>
            <a:r>
              <a:rPr lang="en-US" dirty="0"/>
              <a:t>(American College of Medical Genetics) guidelines: General framework for interpreting variants for </a:t>
            </a:r>
            <a:r>
              <a:rPr lang="en-US" b="1" dirty="0"/>
              <a:t>any </a:t>
            </a:r>
            <a:r>
              <a:rPr lang="en-US" dirty="0"/>
              <a:t>disease</a:t>
            </a:r>
          </a:p>
          <a:p>
            <a:pPr lvl="2"/>
            <a:r>
              <a:rPr lang="en-US" dirty="0" err="1"/>
              <a:t>gnomAD</a:t>
            </a:r>
            <a:r>
              <a:rPr lang="en-US" dirty="0"/>
              <a:t>: how common is this variant in the general population?</a:t>
            </a:r>
          </a:p>
          <a:p>
            <a:pPr lvl="1"/>
            <a:r>
              <a:rPr lang="en-US" b="1" dirty="0" err="1"/>
              <a:t>ClinVar</a:t>
            </a:r>
            <a:r>
              <a:rPr lang="en-US" dirty="0"/>
              <a:t>: laboratories submit their classifications; strength of supporting evidence may vary</a:t>
            </a:r>
          </a:p>
          <a:p>
            <a:pPr lvl="2"/>
            <a:r>
              <a:rPr lang="en-US" dirty="0"/>
              <a:t>Up until now this is what I have been using</a:t>
            </a:r>
          </a:p>
          <a:p>
            <a:pPr lvl="1"/>
            <a:r>
              <a:rPr lang="en-US" b="1" dirty="0" err="1"/>
              <a:t>ClinGen</a:t>
            </a:r>
            <a:r>
              <a:rPr lang="en-US" dirty="0"/>
              <a:t>: experts review evidence to classify variants according to the above 2015 general guidelines</a:t>
            </a:r>
          </a:p>
          <a:p>
            <a:pPr lvl="1"/>
            <a:r>
              <a:rPr lang="en-US" dirty="0"/>
              <a:t>2024 </a:t>
            </a:r>
            <a:r>
              <a:rPr lang="en-US" b="1" dirty="0"/>
              <a:t>HHT-specific</a:t>
            </a:r>
            <a:r>
              <a:rPr lang="en-US" dirty="0"/>
              <a:t> ACMG/AMP guidelines</a:t>
            </a:r>
          </a:p>
          <a:p>
            <a:pPr lvl="1"/>
            <a:r>
              <a:rPr lang="en-US" b="1" dirty="0"/>
              <a:t>HGMD</a:t>
            </a:r>
            <a:r>
              <a:rPr lang="en-US" dirty="0"/>
              <a:t> (Human Gene Mutation Database): has scientific literature noted an association with disease?</a:t>
            </a:r>
          </a:p>
          <a:p>
            <a:r>
              <a:rPr lang="en-US" dirty="0">
                <a:highlight>
                  <a:srgbClr val="FFFF00"/>
                </a:highlight>
              </a:rPr>
              <a:t>Will reviewers want us to implement HHT-specific ACMG/AMP instead of relying on </a:t>
            </a:r>
            <a:r>
              <a:rPr lang="en-US" dirty="0" err="1">
                <a:highlight>
                  <a:srgbClr val="FFFF00"/>
                </a:highlight>
              </a:rPr>
              <a:t>ClinVar</a:t>
            </a:r>
            <a:r>
              <a:rPr lang="en-US" dirty="0">
                <a:highlight>
                  <a:srgbClr val="FFFF00"/>
                </a:highlight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6CF931-AE37-5B60-9DA1-C351D16D7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2399763"/>
            <a:ext cx="5848350" cy="205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F3ADB-D955-C73A-9602-28A2DFF9F752}"/>
              </a:ext>
            </a:extLst>
          </p:cNvPr>
          <p:cNvSpPr txBox="1"/>
          <p:nvPr/>
        </p:nvSpPr>
        <p:spPr>
          <a:xfrm>
            <a:off x="6305550" y="4521964"/>
            <a:ext cx="5429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From Gaetani et al 2026: </a:t>
            </a:r>
            <a:r>
              <a:rPr lang="en-US" sz="1400" b="1" dirty="0"/>
              <a:t>Global prevalence of hereditary hemorrhagic telangiectasia-associated variants estimated by analysis of large-scale genomic databases</a:t>
            </a:r>
          </a:p>
        </p:txBody>
      </p:sp>
    </p:spTree>
    <p:extLst>
      <p:ext uri="{BB962C8B-B14F-4D97-AF65-F5344CB8AC3E}">
        <p14:creationId xmlns:p14="http://schemas.microsoft.com/office/powerpoint/2010/main" val="115334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2B8B-9D70-44F2-81A5-F251F10E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033" y="0"/>
            <a:ext cx="10515600" cy="758415"/>
          </a:xfrm>
        </p:spPr>
        <p:txBody>
          <a:bodyPr>
            <a:noAutofit/>
          </a:bodyPr>
          <a:lstStyle/>
          <a:p>
            <a:r>
              <a:rPr lang="en-US" sz="3600" dirty="0"/>
              <a:t>ACMG/AMP: a framework for classifying HHT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C064-FE03-2810-CE24-C5D57ED26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26343-6620-A836-6873-BF2993D13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753" y="1053313"/>
            <a:ext cx="3115110" cy="550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A7689-F648-974B-1597-81F4E3A6A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886"/>
            <a:ext cx="8545118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6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BF76-B12D-E93E-E1AF-D9F90E20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Barrier: HHT-diagnosed patients have a low rate of pathogenic variants?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39499-23AE-9A08-F758-357B971D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dirty="0"/>
              <a:t>Only 38 of 260 clinically diagnosed HHT patients have a P/LP (</a:t>
            </a:r>
            <a:r>
              <a:rPr lang="en-US" dirty="0" err="1"/>
              <a:t>ClinVar</a:t>
            </a:r>
            <a:r>
              <a:rPr lang="en-US" dirty="0"/>
              <a:t>) variant. 22 ACVRL1, 14 ENG, 2 SMAD4</a:t>
            </a:r>
          </a:p>
          <a:p>
            <a:r>
              <a:rPr lang="en-US" dirty="0"/>
              <a:t>Two explanations for why many HHT patients apparently have no mutation that may be both partially correct: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People are being diagnosed clinically and yet they have no mutation = maybe they're being </a:t>
            </a:r>
            <a:r>
              <a:rPr lang="en-US" sz="2000" dirty="0" err="1"/>
              <a:t>overdiagnosed</a:t>
            </a:r>
            <a:r>
              <a:rPr lang="en-US" sz="2000" dirty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We are missing variants because this is just based on </a:t>
            </a:r>
            <a:r>
              <a:rPr lang="en-US" sz="2000" dirty="0" err="1"/>
              <a:t>ClinVar</a:t>
            </a:r>
            <a:r>
              <a:rPr lang="en-US" sz="2000" dirty="0"/>
              <a:t> which probably only captures ~60% of known pathogenic and likely pathogenic variants, and misses potentially pathogenic variants per ACMG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0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D79C-F18D-8EC8-96C3-E209ED06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Barrier: likely incomplete capture of phenotype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A3F5B3-78FF-C2AE-FD2C-FF6E4C010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4616"/>
            <a:ext cx="5734050" cy="318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AF6A85-7995-5C39-7164-A239F0119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20" y="2224616"/>
            <a:ext cx="6240780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102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9E86-F895-8F57-ECDD-326A5AF3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FC5B-325C-BD4B-E7D3-FAC98DB30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Awaiting further comms with Dr. Christine Garcia’s team</a:t>
            </a:r>
          </a:p>
          <a:p>
            <a:pPr lvl="1"/>
            <a:r>
              <a:rPr lang="en-US" dirty="0"/>
              <a:t>IRB protocol completed, approval pending</a:t>
            </a:r>
          </a:p>
          <a:p>
            <a:r>
              <a:rPr lang="en-US" dirty="0"/>
              <a:t>Potential angles for our first paper: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“Clinical” paper: HHT is more common than 1 in 5,000 by clinical diagnosis alone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“Genetic diagnosis” paper: a lot of people probably have HHT but haven’t been diagnosed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4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C5DF-9640-2CA8-0A33-092C5556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“Clinically” higher rates than expected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502B-00AD-0068-7B53-75EB33597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b="1" dirty="0"/>
              <a:t>One-liner: HHT is more common than 1 in 5,000 by clinical diagnosis alone</a:t>
            </a:r>
          </a:p>
          <a:p>
            <a:pPr lvl="2"/>
            <a:r>
              <a:rPr lang="en-US" dirty="0"/>
              <a:t>260 out of 747,040 is ~ 1 in 2,873</a:t>
            </a:r>
          </a:p>
          <a:p>
            <a:pPr lvl="2"/>
            <a:r>
              <a:rPr lang="en-US" dirty="0"/>
              <a:t>Figure: geographic prevalence (relative to AoU in general)</a:t>
            </a:r>
          </a:p>
          <a:p>
            <a:pPr lvl="2"/>
            <a:r>
              <a:rPr lang="en-US" dirty="0"/>
              <a:t>Table: symptom rates</a:t>
            </a:r>
          </a:p>
          <a:p>
            <a:pPr lvl="3"/>
            <a:r>
              <a:rPr lang="en-US" dirty="0"/>
              <a:t>What ages do people first bear symptom diagnoses?</a:t>
            </a:r>
          </a:p>
          <a:p>
            <a:pPr lvl="3"/>
            <a:r>
              <a:rPr lang="en-US" b="1" dirty="0"/>
              <a:t>What age are they first diagnosed with HHT?</a:t>
            </a:r>
          </a:p>
          <a:p>
            <a:pPr lvl="2"/>
            <a:r>
              <a:rPr lang="en-US" dirty="0"/>
              <a:t>Table: procedure rates</a:t>
            </a:r>
          </a:p>
          <a:p>
            <a:pPr lvl="2"/>
            <a:r>
              <a:rPr lang="en-US" dirty="0"/>
              <a:t>Incidence rates</a:t>
            </a:r>
          </a:p>
          <a:p>
            <a:pPr lvl="2"/>
            <a:r>
              <a:rPr lang="en-US" dirty="0"/>
              <a:t>Unclear role of genetic data? </a:t>
            </a:r>
            <a:r>
              <a:rPr lang="en-US" b="1" dirty="0"/>
              <a:t>Leave it out</a:t>
            </a:r>
            <a:endParaRPr lang="en-US" dirty="0"/>
          </a:p>
          <a:p>
            <a:pPr lvl="1"/>
            <a:r>
              <a:rPr lang="en-US" dirty="0"/>
              <a:t>Limitations:</a:t>
            </a:r>
          </a:p>
          <a:p>
            <a:pPr lvl="2"/>
            <a:r>
              <a:rPr lang="en-US" dirty="0"/>
              <a:t>Unclear reliability of EHR data</a:t>
            </a:r>
          </a:p>
          <a:p>
            <a:pPr lvl="3"/>
            <a:r>
              <a:rPr lang="en-US" dirty="0"/>
              <a:t>Are clinicians not documenting which Curacao criteria patients are meeting?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201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2781-38DA-DC32-03C7-35AAED1C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39"/>
            <a:ext cx="10515600" cy="945882"/>
          </a:xfrm>
        </p:spPr>
        <p:txBody>
          <a:bodyPr/>
          <a:lstStyle/>
          <a:p>
            <a:r>
              <a:rPr lang="en-US" dirty="0"/>
              <a:t>2. Genetic “Lost Generation” paper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4EED251-D73A-74A1-3B08-EE88AEC5B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One-liner: Are there patients walking around with genetic mutations, who might have epistaxis rates higher than the general population, who are going undiagnosed?</a:t>
            </a:r>
          </a:p>
          <a:p>
            <a:pPr lvl="1"/>
            <a:r>
              <a:rPr lang="en-US" dirty="0"/>
              <a:t>Table: symptom rates of general population vs mutation patients vs clinically diagnosed patients</a:t>
            </a:r>
          </a:p>
          <a:p>
            <a:r>
              <a:rPr lang="en-US" dirty="0"/>
              <a:t>Advantage over Gaetani et al 2026: incorporating phenotype data (even though it may not be 100% sensitive)</a:t>
            </a:r>
          </a:p>
          <a:p>
            <a:pPr lvl="1"/>
            <a:r>
              <a:rPr lang="en-US" dirty="0"/>
              <a:t>Key decision point: how granular/robust do we want our genetic analysis to be?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9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941B-E294-8646-F588-C1A23EF9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099"/>
            <a:ext cx="10515600" cy="835025"/>
          </a:xfrm>
        </p:spPr>
        <p:txBody>
          <a:bodyPr/>
          <a:lstStyle/>
          <a:p>
            <a:r>
              <a:rPr lang="en-US" dirty="0"/>
              <a:t>2. Genetic “Lost Generation” paper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9A6A346-DF7F-71F5-97F4-8D8E355CE4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025167"/>
              </p:ext>
            </p:extLst>
          </p:nvPr>
        </p:nvGraphicFramePr>
        <p:xfrm>
          <a:off x="317672" y="895121"/>
          <a:ext cx="5568777" cy="5556240"/>
        </p:xfrm>
        <a:graphic>
          <a:graphicData uri="http://schemas.openxmlformats.org/drawingml/2006/table">
            <a:tbl>
              <a:tblPr/>
              <a:tblGrid>
                <a:gridCol w="1793846">
                  <a:extLst>
                    <a:ext uri="{9D8B030D-6E8A-4147-A177-3AD203B41FA5}">
                      <a16:colId xmlns:a16="http://schemas.microsoft.com/office/drawing/2014/main" val="2072483869"/>
                    </a:ext>
                  </a:extLst>
                </a:gridCol>
                <a:gridCol w="1793846">
                  <a:extLst>
                    <a:ext uri="{9D8B030D-6E8A-4147-A177-3AD203B41FA5}">
                      <a16:colId xmlns:a16="http://schemas.microsoft.com/office/drawing/2014/main" val="556461252"/>
                    </a:ext>
                  </a:extLst>
                </a:gridCol>
                <a:gridCol w="530483">
                  <a:extLst>
                    <a:ext uri="{9D8B030D-6E8A-4147-A177-3AD203B41FA5}">
                      <a16:colId xmlns:a16="http://schemas.microsoft.com/office/drawing/2014/main" val="2739823202"/>
                    </a:ext>
                  </a:extLst>
                </a:gridCol>
                <a:gridCol w="694188">
                  <a:extLst>
                    <a:ext uri="{9D8B030D-6E8A-4147-A177-3AD203B41FA5}">
                      <a16:colId xmlns:a16="http://schemas.microsoft.com/office/drawing/2014/main" val="550361569"/>
                    </a:ext>
                  </a:extLst>
                </a:gridCol>
                <a:gridCol w="756414">
                  <a:extLst>
                    <a:ext uri="{9D8B030D-6E8A-4147-A177-3AD203B41FA5}">
                      <a16:colId xmlns:a16="http://schemas.microsoft.com/office/drawing/2014/main" val="1410519251"/>
                    </a:ext>
                  </a:extLst>
                </a:gridCol>
              </a:tblGrid>
              <a:tr h="186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Condition category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Study group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People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Group size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Rate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6317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AVM - other/unspecified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11689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1523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3.08%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293812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Anemia/iron deficiency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149,827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20.09%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5475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238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22.73%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63457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173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66.54%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67446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Cerebral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1,129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0.15%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32115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80164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495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Epistaxis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19,068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2.56%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9836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3.92%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81949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93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35.77%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1095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GI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235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21305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492864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4.23%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890067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GI bleed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57,633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7.73%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90471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91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8.69%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680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30.77%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3265"/>
                  </a:ext>
                </a:extLst>
              </a:tr>
              <a:tr h="354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Liver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09553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63792"/>
                  </a:ext>
                </a:extLst>
              </a:tr>
              <a:tr h="354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9058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Mucocutaneous telangiectasia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774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011715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23590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5.38%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65917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Pulmonary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3349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39209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11.92%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9777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6A3F5B3-78FF-C2AE-FD2C-FF6E4C01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2076450"/>
            <a:ext cx="6412230" cy="3562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622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1F7B-394E-5757-F192-3C1DB951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A90AB-895F-7253-6647-E17F4D6A0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8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D138-7779-FDD4-0BAE-3E90F78A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CCC84-D326-C1D0-3FE5-5018CEF6F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Reached out to Heaven, will be coming in person to clinic days starting 9/21</a:t>
            </a:r>
          </a:p>
        </p:txBody>
      </p:sp>
    </p:spTree>
    <p:extLst>
      <p:ext uri="{BB962C8B-B14F-4D97-AF65-F5344CB8AC3E}">
        <p14:creationId xmlns:p14="http://schemas.microsoft.com/office/powerpoint/2010/main" val="202520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861F-27DD-B3F4-C050-E81B43DC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 Eckert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CA440-5648-191B-93BC-10EA3EA21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8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A7DD-3C7A-EFCF-D4D7-F096DF21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1C33A-C8A4-0A85-42ED-5E0123D9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tomorrow to discuss:</a:t>
            </a:r>
          </a:p>
          <a:p>
            <a:pPr lvl="1"/>
            <a:r>
              <a:rPr lang="en-US" dirty="0"/>
              <a:t>Collaboration with Dr. Schlosser at MUSC regarding imaging dataset with olfaction and taste measures</a:t>
            </a:r>
          </a:p>
          <a:p>
            <a:pPr lvl="1"/>
            <a:r>
              <a:rPr lang="en-US" dirty="0"/>
              <a:t>Olfactometer/MATLAB</a:t>
            </a:r>
          </a:p>
          <a:p>
            <a:pPr lvl="1"/>
            <a:r>
              <a:rPr lang="en-US" dirty="0"/>
              <a:t>+/- temporal expectation fMRI, polygenic risk scores</a:t>
            </a:r>
          </a:p>
        </p:txBody>
      </p:sp>
    </p:spTree>
    <p:extLst>
      <p:ext uri="{BB962C8B-B14F-4D97-AF65-F5344CB8AC3E}">
        <p14:creationId xmlns:p14="http://schemas.microsoft.com/office/powerpoint/2010/main" val="79906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1380</Words>
  <Application>Microsoft Office PowerPoint</Application>
  <PresentationFormat>Widescreen</PresentationFormat>
  <Paragraphs>379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Segoe UI</vt:lpstr>
      <vt:lpstr>Office Theme</vt:lpstr>
      <vt:lpstr>Weekly Updates</vt:lpstr>
      <vt:lpstr>HHT</vt:lpstr>
      <vt:lpstr>Epistaxis and Genetics</vt:lpstr>
      <vt:lpstr>Where are our HHT patients enrolling from?</vt:lpstr>
      <vt:lpstr>PowerPoint Presentation</vt:lpstr>
      <vt:lpstr>Barrier: what mutations are “pathogenic?”</vt:lpstr>
      <vt:lpstr>ACMG/AMP: a framework for classifying HHT genes</vt:lpstr>
      <vt:lpstr>Barrier: HHT-diagnosed patients have a low rate of pathogenic variants?</vt:lpstr>
      <vt:lpstr>Barrier: likely incomplete capture of phenotype data</vt:lpstr>
      <vt:lpstr>Next steps</vt:lpstr>
      <vt:lpstr>1. “Clinically” higher rates than expected </vt:lpstr>
      <vt:lpstr>2. Genetic “Lost Generation” paper</vt:lpstr>
      <vt:lpstr>2. Genetic “Lost Generation” paper</vt:lpstr>
      <vt:lpstr>ABCD</vt:lpstr>
      <vt:lpstr>Next steps</vt:lpstr>
      <vt:lpstr>Dr Eckert projects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Ma</dc:creator>
  <cp:lastModifiedBy>Kevin Ma</cp:lastModifiedBy>
  <cp:revision>1</cp:revision>
  <dcterms:created xsi:type="dcterms:W3CDTF">2026-09-15T13:02:25Z</dcterms:created>
  <dcterms:modified xsi:type="dcterms:W3CDTF">2026-09-15T21:01:04Z</dcterms:modified>
</cp:coreProperties>
</file>